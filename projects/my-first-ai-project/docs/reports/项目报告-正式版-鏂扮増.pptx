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项目报告正式版</a:t>
            </a:r>
            <a:endParaRPr lang="zh-CN" altLang="en-US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2026-03-18 16:03:44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需求与设计文档（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用途：把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要做什么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写清楚，供开发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实验阶段执行与验收。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项目：文学知识卡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用户与使用场景（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≤150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目标用户是初中同学。典型场景是语文课前预习、课后复习、考试前快速回顾。用户希望把分散的古诗词资料集中管理，并通过搜索、分类和卡片浏览快速找到内容；对难记诗词可借助二次元插画形成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图文联想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需求范围（）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2.1 -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古诗词和文学知识库录入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卡片式学习展示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搜索功能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2.2 --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收藏功能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导入更多知识库（网页导入）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生成二次元漫画（卡哇伊风格）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2.3 ’-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用户注册登录系统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多人协作功能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古诗词和文学知识库录入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卡片式学习展示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搜索功能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2.2 --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收藏功能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导入更多知识库（网页导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用户故事（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3–5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作为初中生，我想按分类筛选诗词，以便分专题学习唐诗、宋词和元曲。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作为初中生，我想从网页导入新诗词，以便持续扩展自己的学习资料。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验收标准（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3–5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用户输入关键词，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点击搜索，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返回标题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内容匹配的卡片。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作为初中生，我想按关键词搜索诗词，以便在复习时更快定位知识点。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作为初中生，我想收藏重点卡片，以便形成个性化考前复习清单。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作为初中生，我想给诗词生成卡哇伊插画，以便通过图像增强记忆兴趣。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用户访问首页，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页面加载完成，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显示诗词卡片列表与搜索区域。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用户选择分类，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点击筛选，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仅显示该分类下的诗词卡片。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用户点击收藏按钮，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刷新页面后再次查看，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收藏状态保持正确。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用户提交有效网页链接，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执行导入，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诗词被写入数据文件并可在首页看到。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设计概览（按轨道填写）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）：首页（卡片浏览）、新增页、导入页、收藏视图、统计页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≤8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）：、、、、、、、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数据流（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可选）：用户操作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路由处理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文件读写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模板渲染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页面更新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状态清单（最小）：、、、、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5.1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关键流程说明（必填）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5.1.1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业务流程（用户视角）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打开首页浏览卡片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输入关键词搜索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选择分类筛选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点击卡片查看内容并收藏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页面扩展知识库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返回首页复习，进入统计页查看总量与分类分布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5.1.2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系统流程（系统视角）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用户请求（浏览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路由处理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//.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页面（或接口返回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页面刷新展示结果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5.1.3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界面截图（必填）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打开首页浏览卡片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输入关键词搜索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选择分类筛选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点击卡片查看内容并收藏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页面扩展知识库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5.2.1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图（简化）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：字符串，唯一标识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：作者名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5.2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数据模型（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数据字典）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5.2.2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字段定义（）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：标题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：朝代（可选）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：正文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：分类（如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唐诗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宋词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元曲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：标签数组（可选）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：是否收藏（布尔）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：来源链接（可选，用于导入追溯）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：插画图片链接或路径（可选）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建模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数据集：不适用（当前为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学习应用）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预测目标：不适用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：不适用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验证策略：不适用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计划改进（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如后续加入学习推荐，再引入学习行为数据建模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增加用户学习记录后再定义评价指标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)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外设清单（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引脚表（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状态机概览：不适用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安全注意事项：不适用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指标：不适用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验证策略：不适用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计划改进（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如后续加入学习推荐，再引入学习行为数据建模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增加用户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)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课程融合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课堂流程：导入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个）：围绕一个主题（如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思乡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）扩充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首诗词并制作收藏清单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风险与替代方案（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：网页导入提取不稳定，页面结构差异大。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替代：回退为手动录入或半自动复制粘贴。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学习目标（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）：掌握古诗词检索方法；形成数字化复习习惯；理解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在学习工具中的辅助价值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）：课堂分组搜索挑战；诗词卡片讲解展示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维度：功能完成度、学习表达清晰度、资料准确性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图像生成接口不可用或超时。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替代：保留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字段，先使用空图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占位图，不阻塞主流程。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：功能扩张导致交付延期。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替代：严格执行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后置。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决策记录（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：选择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路线，原因：实现速度快、模板渲染直观，适合初中生项目展示。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：数据存储使用本地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文件，原因：结构简单、便于查看与修改，降低数据库学习门槛。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二次元插画设为增强功能，原因：主线学习功能必须可独立运行，避免外部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依赖卡住项目进度。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原型设计说明书（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用途：说明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长什么样，便于快速验收与迭代。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项目：文学知识卡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原型目标（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≤80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的学习流程是否顺畅，并评估卡哇伊卡片风格是否利于记忆。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信息架构（）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信息分区：学习浏览区、内容管理区、学习增强区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导航方式：顶部导航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页面跳转链接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界面清单（建议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≤3–4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：首页（诗词卡片学习）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以卡片方式集中展示诗词，支持搜索、分类与收藏。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用户访问根路径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、、、、。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交互说明（点击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输入关键词后触发搜索；选择分类后局部刷新结果；点击收藏后状态即时变化。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界面清单（建议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≤3–4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：首页（诗词卡片学习）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以卡片方式集中展示诗词，支持搜索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边界情况（至少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：新增页面（手动录入）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让学生快速录入新的诗词或文学知识卡片。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按钮，路由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（标题、作者、朝代、正文、分类）、提交按钮。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搜索无结果时显示空状态提示，不展示空白页。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交互说明（点击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反馈）：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提交后进行最小校验，成功则跳回首页并显示新增内容。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边界情况（至少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必填项为空时阻止提交并给出错误提示。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：导入与增强（可选高级）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通过网页导入和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插画生成提升知识库扩展效率与学习兴趣。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与卡片上的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生成插画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、导入结果提示、。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交互说明（点击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后触发导入接口，成功回显导入结果；生成插画后更新卡片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边界情况（至少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链接无效或提取失败时显示具体失败信息并保持页面可继续操作。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关键用户流程（文字流程图）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流程：打开首页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浏览卡片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输入关键词搜索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选择分类筛选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收藏重点诗词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完成复习清单。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流程：进入新增页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录入或导入诗词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返回首页确认展示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进入统计页查看总量与分类分布。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流程：点击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生成插画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图像接口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成功返回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并更新卡片，失败则展示错误提示并保留主流程可用。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4.1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流程说明（系统序列）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用户操作（浏览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生成插画）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交互说明（点击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反馈）：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后触发导入接口，成功回显导入结果；生成插画后更新卡片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边界情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路由接收请求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返回页面或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文案与反馈（）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成功添加诗词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成功导入诗词《》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二次元插画生成成功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请输入网页链接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导入失败：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生成失败：请检查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配置或网络连接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业务处理（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读写或外部接口调用）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前端刷新并反馈状态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成功提示：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错误提示：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空状态：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暂无匹配诗词，请尝试更换关键词或分类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等待导入第一条内容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验收用例（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用户访问首页，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页面加载完成，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显示卡片列表和搜索控件。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李白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点击搜索，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返回作者或内容匹配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李白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的卡片。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用户选择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唐诗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执行筛选，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仅显示分类为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唐诗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的内容。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用户点击收藏按钮，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刷新后进入收藏页，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仍可看到已收藏卡片。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原型产物位置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草图：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原型链接（可选）：（当前采用本地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页面作为可运行原型）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新增页截图：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导入页截图：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收藏页截图：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技术报告（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用途：记录实现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测试全过程。每次做事都追加一条日志（不要事后补）。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项目：文学知识卡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技术架构概览（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≤150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路由层、模板渲染层、数据存储层（）、外部能力层（网页抓取与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图像生成）。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信号流：用户操作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或调用外部接口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前端更新展示。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里程碑与步骤（来自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：基础框架搭建（环境配置、应用启动、基础功能联调）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：核心功能实现（新增、收藏、搜索优化）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：高级功能实现（网页导入、自动搜集、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二次元插画）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评测计划（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：首页加载与卡片展示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通过条件：可在首页看到诗词列表与分类筛选。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：搜索与分类联动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通过条件：关键词搜索与分类筛选结果准确。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：新增与收藏持久化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通过条件：新增内容和收藏状态在刷新后保持。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：导入与自动搜集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通过条件：接口返回成功时，数据文件条目数增加。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插画接口调用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通过条件：成功返回图片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或明确失败信息且不影响主流程。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：基础框架搭建（环境配置、应用启动、基础功能联调）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：核心功能实现（新增、收藏、搜索优化）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实验日志（每次追加一条）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1  3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结果（成功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失败）：成功推进，主流程已具备。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遇到的问题：功能清单较多，后续迭代容易偏离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2026-03-03 01:10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2026-03-03 00:35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做了什么：完成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项目骨架、首页渲染、基础搜索与分类逻辑，生成阶段文档并推进到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07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证据（截图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文件路径，放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/05.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下一步：保持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核心优先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策略，先稳定学习闭环，再加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7  9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（设计对应）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做了什么：实现网页导入、自动搜集接口与二次元插画生成接口，完善统计页面路由。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结果（成功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失败）：代码已落地，待持续联调与稳定性验证。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证据（截图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文件路径，放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路由与函数定义、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遇到的问题：外部页面结构差异与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可用性影响成功率。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下一步：增强错误提示与回退机制，补充执行阶段测试日志。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2026-03-18 14:04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（阶段证据补齐）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做了什么：启动本地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服务并自动采集关键页面截图，补齐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结果（成功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失败）：成功，证据目录从空目录变为可追溯目录。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证据（截图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文件路径，放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遇到的问题：</a:t>
            </a:r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导出偶发文件锁，导致重复导出不稳定。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下一步：保留已生成正式报告产物；后续补充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重试与文件占用检测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//2026-03-18. //2026-03-18. //2026-03-18. //2026-03-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问题与修复清单（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插画生成存在失败场景。现象：接口可能超时或返回格式不一致。原因：外部模型服务稳定性与响应差异。修复：捕获异常、记录错误并允许主流程继续。证据：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///&lt;&gt;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关键决策与取舍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选择该实现的原因：在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预算下优先保证学习主流程，减少基础设施开发负担。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产物索引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：网页导入不稳定。现象：部分链接无法提取到有效诗词正文。原因：目标站点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结构不统一。修复：增加多种标签提取策略并保留失败提示。证据：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：存在敏感配置风险。现象：代码中出现默认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。原因：开发期便捷配置未彻底隔离。修复：强制使用环境变量并清理默认密钥。证据：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配置段（待整改）。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）：用户注册登录系统；多人协作功能。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取舍说明：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插画和自动搜集作为增强模块，失败不影响核心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复习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主链路。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关键文件：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/05.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证据目录：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//2026-03-18.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结题报告（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用途：对照开题的成功标准，给出结果、证据、反思与下一步。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项目：文学知识卡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项目摘要（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≤120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本项目完成了以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为核心的古诗词学习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应用，支持卡片展示、搜索筛选、收藏、新增、网页导入与自动搜集，并接入二次元插画生成功能。当前处于执行阶段后期，已具备演示基础。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目标完成情况（对照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：功能完整可用（录入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收藏）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结果：基本通过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首页、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：界面美观可爱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结果：部分通过（风格已设，仍需视觉细节打磨）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证据：模板页面与卡片式布局实现。</a:t>
            </a:r>
            <a:endParaRPr lang="zh-CN" altLang="en-US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：代码规范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结果：部分通过（可运行，但存在配置安全整改项）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配置方式待优化。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：能演示给别人看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结果：通过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应用与统计页可演示。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：学到新东西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结果：通过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证据：完成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路由、数据持久化、接口调用与异常处理实践。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成果证据（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：核心后端实现文件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（包含首页、新增、导入、收藏、自动搜集、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生成、统计）。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：数据样本文件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（支持持久化与扩展）。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：阶段计划文档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/05.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（里程碑与步骤定义）。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：技术过程记录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//40.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（日志、问题与取舍）。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：界面截图集合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（首页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：统计图与结果证据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////2026-03-18.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：代码规范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结果：部分通过（可运行，但存在配置安全整改项）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配置方式待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：证据采集日志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////2026-03-18.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2–4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：支持网页导入与自动搜集，知识库可持续扩展。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：统计页面提供学习资源结构化视图，便于课程复盘。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：外部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接口依赖较强，网络或配额问题会影响插画体验。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：中文正式报告文件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项目报告正式版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研学报告正式版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：将语文学习场景拆解为可操作的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闭环，学习路径清晰。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：二次元插画功能与诗词学习结合，具备差异化和展示性。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局限与反思（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：网页导入算法仍偏规则匹配，对复杂页面适配不足。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：当前未引入账号体系与云端存储，跨设备同步能力有限。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清理硬编码敏感配置，统一改为环境变量注入并补充配置说明。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增加执行阶段测试证据（截图、日志）并沉淀到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优化导入解析与错误提示，提升不同站点下的成功率与可解释性。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分工与贡献（如小组）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：项目发起与需求定义（学生）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：方案设计、代码实现与文档结构化（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导师协同）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（可选）：课堂评审与反馈（老师）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home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1219200"/>
            <a:ext cx="7874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08000" y="1219200"/>
            <a:ext cx="2921000" cy="5334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设计亮点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组件层次清晰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信息引导直观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色彩与空间协调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add_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219200"/>
            <a:ext cx="7366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255000" y="1219200"/>
            <a:ext cx="3302000" cy="5334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观察重点</a:t>
            </a:r>
            <a:endParaRPr lang="en-US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界面结构、操作路径、反馈状态</a:t>
            </a:r>
            <a:endParaRPr lang="zh-CN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界面截图三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import_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1219200"/>
            <a:ext cx="7874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08000" y="1219200"/>
            <a:ext cx="2921000" cy="5334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设计亮点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组件层次清晰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信息引导直观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色彩与空间协调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界面截图四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favorites_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219200"/>
            <a:ext cx="7366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255000" y="1219200"/>
            <a:ext cx="3302000" cy="5334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观察重点</a:t>
            </a:r>
            <a:endParaRPr lang="en-US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界面结构、操作路径、反馈状态</a:t>
            </a:r>
            <a:endParaRPr lang="zh-CN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界面截图五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stats_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1219200"/>
            <a:ext cx="7874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08000" y="1219200"/>
            <a:ext cx="2921000" cy="5334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设计亮点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组件层次清晰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信息引导直观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色彩与空间协调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6854</Words>
  <Application>WPS 演示</Application>
  <PresentationFormat>宽屏</PresentationFormat>
  <Paragraphs>449</Paragraphs>
  <Slides>35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3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hf001</dc:creator>
  <cp:lastModifiedBy>芳芳</cp:lastModifiedBy>
  <cp:revision>157</cp:revision>
  <dcterms:created xsi:type="dcterms:W3CDTF">2019-06-19T02:08:00Z</dcterms:created>
  <dcterms:modified xsi:type="dcterms:W3CDTF">2026-03-18T08:03:58Z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1532CC3186AE4E68B1AEB10B196DF54F_11</vt:lpwstr>
  </property>
</Properties>
</file>