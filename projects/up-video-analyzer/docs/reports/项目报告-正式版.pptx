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项目报告正式版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2026-03-18 18:34:06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必须有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生成可视化词云图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展示词频统计、总词数等指标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2 --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锦上添花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调用大模型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生成内容总结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进行中文分词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多视频对比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支持多个视频的分析对比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时间轴分布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关键词在时间轴上的分布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实时视频分析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超出时间预算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分析字幕情感倾向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'- (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视频自动下载字幕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技术复杂，时间不足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用户账户系统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非核心需求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云端存储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本地应用即可满足需求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点击分析按钮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显示词云图、统计面板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自动触发分析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生成完整报告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下载词云图片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点击确认链接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检测平台并显示选项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用户查看任务历史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原生，快速开发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中文分词标准库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功能强大，易于定制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用户查看任务历史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点击任务历史标签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技术设计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技术选型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数据处理标准库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替代方案对比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简单快速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功能有限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布局不够灵活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与配合良好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学习成本高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整体布局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(2:1)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(2/3):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(1/3):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词云展示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页面结构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快速开发，适合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小时预算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中文分词标准方案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提高词频统计质量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更好地显示长链接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理由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快速开发，适合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/02., /03., /04.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界面原型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整体布局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任务历史页面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执行报告页面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输入方式选择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操作按钮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组件名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任务历史表格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交互流程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视频链接分析流程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图表展示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已实现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字幕文件上传流程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任务历史查看流程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状态管理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当前活动标签页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已确认的视频链接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已检测的平台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提取的字幕内容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当前任务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重新分析的任务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任务状态流转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样式规范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主色调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重新分析的任务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任务状态流转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样式规范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颜色方案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边框色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灰色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#000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红色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#44336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布局规范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左右分栏比例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2:1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按钮圆角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#450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警告状态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#9800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页面最大宽度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1200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内边距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16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卡片阴影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0 2 4 (0,0,0,0.1)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响应式设计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屏幕宽度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布局调整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 1024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左右分栏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(2:1)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768 - 1024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上下堆叠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768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单列布局，全宽组件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/04., /.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/04., /.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技术报告：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执行计划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里程碑与步骤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创建项目结构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配置页面布局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1-2.5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2.5-4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4-5.5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基础框架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0-1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创建项目结构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平台检测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5.5-6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时间预算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实际用时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2.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小时（未使用）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核心功能实现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中文分词与停用词过滤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技术难点与解决方案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正则表达式提取时间轴和文本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中文分词准确性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+ 1000+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词云中文显示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测试方案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进行端到端自动化测试。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词云中文显示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元素检查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检查各组件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所有元素正常显示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显示历史任务列表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选择上传文件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查看上传区域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上传组件可用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服务已启动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访问首页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显示标题和输入区域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输入站链接并确认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检测到站平台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页面已加载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点击执行报告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显示报告页面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21:44:33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/. (6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问题与修复记录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开发过程中遇到的问题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422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文件上传格式不正确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站下载失败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版本冲突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二进制不兼容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重装兼容版本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分析按钮无响应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变量未持久化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任务历史按钮显示不一致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代码缩进错误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修复缩进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视频链接输入框太短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长度受限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2026-03-01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代码迭代记录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性能指标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处理性能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测试条件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版本冲突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二进制不兼容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重装兼容版本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2026-02-28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资源占用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总处理时间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完整分析流程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磁盘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分词和词云生成时较高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证据文件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截图证据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链接确认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日志文件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03.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链接确认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05.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技术债务与未来改进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视频下载功能依赖外部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，稳定性受限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大规模文本处理性能有待优化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添加缓存机制，避免重复处理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添加用户账户系统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已知问题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词云字体需要本地安装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部署到云端服务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 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/05., /06., /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结题报告：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主视频内容分析器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--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创建时间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2026-02-28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完成时间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  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文档版本</a:t>
            </a:r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1.0.0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短视频平台的快速发展，站、抖音等平台的主数量激增。观众在面对海量视频内容时，难以快速了解视频的核心内容；内容创作者也需要分析竞品视频的特点和规律。传统的人工观看和分析方式耗时且主观，亟需一种自动化的视频内容分析工具。</a:t>
            </a:r>
            <a:endParaRPr lang="zh-CN" altLang="zh-CN" sz="1700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开发一个基于的视频内容分析系统，通过分析视频字幕，自动生成词云、统计分析和内容总结，帮助用户快速把握视频核心信息。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完成情况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可视化词云图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开发一个基于的视频内容分析系统，通过分析视频字幕，自动生成词云、统计分析和内容总结，帮助用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统计面板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词频统计、总词数等指标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任务历史记录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成果展示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字幕文件上传与分析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格式导出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功能演示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用户可以上传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格式的字幕文件，系统自动解析并生成词云和统计报告。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/06.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视频链接分析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用户输入视频链接（支持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站、抖音、），系统自动检测平台并提供字幕提取选项。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/03.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任务历史管理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所有分析任务自动保存到历史记录，用户可以随时查看、删除或重新分析。</a:t>
            </a:r>
            <a:endParaRPr lang="zh-CN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执行报告展示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完整的分析报告包括词云图、词频统计、总词数等指标。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/05.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技术亮点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+ 1000+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停用词库，提高词频统计准确性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完整的任务状态流转（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→  →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/04.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执行报告展示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完整的分析报告包括词云图、词频统计、总词数等指标。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平台检测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自动识别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站、抖音、西瓜视频、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等平台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元素检查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所有核心元素存在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个测试用例全部通过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页面标题正确显示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站链接检测正常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任务历史标签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执行报告标签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标签页切换正常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上传组件可用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6/6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(100%)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词云生成速度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总处理时间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10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完整分析流程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项目反思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学到的内容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字幕解析速度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1000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行字幕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分词速度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&lt; 2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5000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字文本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快速构建数据应用界面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任务管理系统设计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状态机、持久化存储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端到端测试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中文处理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分词、停用词过滤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视频处理技术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遇到的挑战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调用失败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/-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站视频下载受限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添加专用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中文词云显示乱码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指定中文字体路径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任务状态管理复杂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交互问题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管理状态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功能扩展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支持更多视频平台（快手、小红书等）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集成大模型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生成智能内容总结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添加缓存机制，避免重复处理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部署上线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部署到云端，支持多用户访问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移动端适配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优化移动端体验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智能总结功能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支持更多视频平台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部署到云端服务器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添加用户账户系统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#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预计时间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智能总结功能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项目文件清单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任务管理系统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主程序入口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视频字幕提取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停用词库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脑爆记录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/01.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项目立项书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/02.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范围约束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/03.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技术轨道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/04.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设计方案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分步计划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/07.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验收评估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研学文档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//10.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//20.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//30.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//40.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/06.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开发日志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/07.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验收评估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研学文档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//50.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测试截图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(6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4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本项目成功开发了一个功能完整的视频内容分析系统，实现了：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字幕文件上传与解析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中文分词与停用词过滤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词云生成与可视化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视频链接输入与平台检测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任务管理与历史记录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完整的自动化测试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项目按时完成，测试通过率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100%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，达到了预期目标。</a:t>
            </a:r>
            <a:endParaRPr lang="zh-CN" altLang="en-US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B8504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B8504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B8504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项目完成度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代码质量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演示就绪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文档生成时间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2026-03-01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关联工件</a:t>
            </a:r>
            <a:r>
              <a:rPr lang="en-US" altLang="zh-CN">
                <a:solidFill>
                  <a:srgbClr val="4A3B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/07., /.</a:t>
            </a:r>
            <a:endParaRPr lang="en-US" altLang="zh-CN">
              <a:solidFill>
                <a:srgbClr val="4A3B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B8504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项目完成度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测试通过率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100% (6/6)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代码质量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演示就绪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文档生成时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7768</Words>
  <Application>WPS 演示</Application>
  <PresentationFormat>宽屏</PresentationFormat>
  <Paragraphs>611</Paragraphs>
  <Slides>48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hf001</dc:creator>
  <cp:lastModifiedBy>芳芳</cp:lastModifiedBy>
  <cp:revision>157</cp:revision>
  <dcterms:created xsi:type="dcterms:W3CDTF">2019-06-19T02:08:00Z</dcterms:created>
  <dcterms:modified xsi:type="dcterms:W3CDTF">2026-03-18T10:34:23Z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4487955272104AB1B0313998CE8CC7DC_11</vt:lpwstr>
  </property>
</Properties>
</file>