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研学报告正式版</a:t>
            </a:r>
            <a:endParaRPr lang="zh-CN" altLang="en-US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2026-03-18 18:34:24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开题报告：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主视频内容分析器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--  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创建时间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  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文档版本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1.0.0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背景与动机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短视频平台的快速发展，站、抖音等平台的主数量激增。观众在面对海量视频内容时，难以快速了解视频的核心内容；内容创作者也需要分析竞品视频的特点和规律。传统的人工观看和分析方式耗时且主观，亟需一种自动化的视频内容分析工具。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本项目旨在开发一个基于的视频内容分析系统，通过分析视频字幕，自动生成词云、统计分析和内容总结，帮助用户快速把握视频核心信息。</a:t>
            </a:r>
            <a:endParaRPr lang="zh-CN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 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如何从视频字幕中提取有价值的关键词和主题信息？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如何设计一个友好的界面，支持字幕文件上传和视频链接输入？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如何实现中文分词和停用词过滤，提高词频统计的准确性？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目标与成功标准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开发一个应用，支持用户上传字幕文件或输入视频链接，自动生成：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 ) 1: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如何从视频字幕中提取有价值的关键词和主题信息？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如何设计一个友好的界面，支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词云可视化展示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内容数据面板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验收方式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两种字幕格式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文件上传测试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词频统计分析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成功标准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 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用户上传字幕文件后，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秒内生成完整的可视化分析报告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功能测试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词云图清晰可读，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高频词准确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结果验证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风险与应对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应对策略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()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视频下载和字幕提取可能失败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提供手动上传字幕文件的备选方案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语音识别调用受限或失败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使用本地模型或跳过语音提取功能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中文分词准确性不足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自定义词典优化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里程碑计划</a:t>
            </a:r>
            <a:endParaRPr lang="zh-CN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关键产出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基础框架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0-1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应用框架、页面布局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字幕处理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1-2.5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文件上传、字幕解析、中文分词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2.5-4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词云生成、统计面板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4-5.5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输入、平台检测、任务管理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测试优化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5.5-6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自动化测试、优化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候选项目对比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关键产出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基础框架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0-1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应用框架、页面布局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候选项目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技术难度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实用价值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最终选择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动漫推荐系统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视频内容分析器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站数据分析师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动漫评分预测器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选择理由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技术可行性强，实用价值高，适合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小时时间预算。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技术轨道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, , , ,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文档生成时间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关联工件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/00., /01.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需求与设计文档：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主视频内容分析器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--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文档版本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1.0.0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需求范围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1 - (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必须有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进行中文分词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生成可视化词云图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统计面板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展示词频统计、总词数等指标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格式导出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2 -- (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锦上添花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智能总结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调用大模型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生成内容总结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进行中文分词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多视频对比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支持多个视频的分析对比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时间轴分布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关键词在时间轴上的分布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实时视频分析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超出时间预算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情感分析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分析字幕情感倾向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'- (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明确不做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视频自动下载字幕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技术复杂，时间不足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用户账户系统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非核心需求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云端存储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本地应用即可满足需求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验收标准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点击分析按钮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显示词云图、统计面板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自动触发分析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生成完整报告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用户点击导出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下载词云图片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用户输入视频链接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点击确认链接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检测平台并显示选项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用户查看任务历史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点击任务历史标签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显示历史任务列表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技术设计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技术选型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理由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前端框架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原生，快速开发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中文分词标准库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功能强大，易于定制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用户查看任务历史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点击任务历史标签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显示历史任务列表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技术设计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技术选型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数据处理标准库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替代方案对比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简单快速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功能有限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布局不够灵活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放弃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与配合良好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功能强大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学习成本高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放弃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数据流设计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界面设计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布局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整体布局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左右分栏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(2:1)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左侧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(2/3):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输入区域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分析结果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右侧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(1/3):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词云展示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统计面板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页面结构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决策记录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理由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快速开发，适合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小时预算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中文分词标准方案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添加停用词过滤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提高词频统计质量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2026-03-01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更好地显示长链接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文档生成时间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决策记录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理由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快速开发，适合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关联工件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/02., /03., /04.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原型设计说明书：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主视频内容分析器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--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文档版本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1.0.0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界面原型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整体布局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任务历史页面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执行报告页面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页面标题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输入方式选择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操作按钮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标签页切换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组件名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页面标题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任务历史表格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交互流程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视频链接分析流程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统计指标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图表展示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字幕文件上传流程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任务历史查看流程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状态管理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当前活动标签页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已确认的视频链接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已检测的平台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提取的字幕内容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当前任务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重新分析的任务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任务状态流转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样式规范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颜色方案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色值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主色调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#450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重新分析的任务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任务状态流转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样式规范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颜色方案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边框色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灰色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#000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#44336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布局规范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左右分栏比例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2:1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按钮圆角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8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#450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警告状态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橙色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#9800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页面最大宽度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1200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内边距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16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卡片阴影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0 2 4 (0,0,0,0.1)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响应式设计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屏幕宽度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布局调整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&gt; 1024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左右分栏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(2:1)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768 - 1024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上下堆叠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768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单列布局，全宽组件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文档生成时间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关联工件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/04., /.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关联工件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/04., /.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技术报告：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主视频内容分析器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--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文档版本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1.0.0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执行计划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里程碑与步骤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基础框架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0-1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创建项目结构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配置页面布局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字幕处理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1-2.5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实现文件上传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2.5-4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词频统计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统计面板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4-5.5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基础框架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0-1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创建项目结构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平台检测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测试优化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5.5-6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时间预算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实际用时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技术实现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缓冲时间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小时（未使用）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核心功能实现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中文分词与停用词过滤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技术难点与解决方案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正则表达式提取时间轴和文本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中文分词准确性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+ 1000+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停用词库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词云中文显示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指定中文字体路径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任务状态管理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视频下载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站专用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测试方案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测试策略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进行端到端自动化测试。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测试用例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词云中文显示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指定中文字体路径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任务状态管理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元素检查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页面已加载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检查各组件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所有元素正常显示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任务历史标签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页面已加载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点击任务历史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显示历史任务列表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选择上传文件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查看上传区域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上传组件可用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 (6/6)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服务已启动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访问首页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显示标题和输入区域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输入站链接并确认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检测到站平台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执行报告标签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页面已加载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点击执行报告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显示报告页面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测试结果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2026-03-01 21:44:33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截图证据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/. (6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问题与修复记录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开发过程中遇到的问题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422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文件上传格式不正确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/-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站下载失败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站专用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版本冲突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二进制不兼容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重装兼容版本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分析按钮无响应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变量未持久化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2026-03-01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任务历史按钮显示不一致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代码缩进错误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修复缩进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2026-03-01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视频链接输入框太短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长度受限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2026-03-01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代码迭代记录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性能指标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处理性能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测试条件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版本冲突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二进制不兼容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重装兼容版本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行字幕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资源占用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运行时峰值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字文本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总处理时间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10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完整分析流程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中等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分词和词云生成时较高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证据文件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截图证据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链接确认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04.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/04.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05.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/05.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06.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/06.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日志文件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开发日志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/06.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03.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链接确认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/03.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04.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/04.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05.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技术债务与未来改进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视频下载功能依赖外部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，稳定性受限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大规模文本处理性能有待优化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添加缓存机制，避免重复处理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添加用户账户系统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已知问题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词云字体需要本地安装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改进建议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支持更多视频平台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部署到云端服务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文档生成时间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2026-03-01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关联工件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/05., /06., /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结题报告：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主视频内容分析器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--  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创建时间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  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完成时间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2026-03-01  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文档版本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1.0.0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项目概述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短视频平台的快速发展，站、抖音等平台的主数量激增。观众在面对海量视频内容时，难以快速了解视频的核心内容；内容创作者也需要分析竞品视频的特点和规律。传统的人工观看和分析方式耗时且主观，亟需一种自动化的视频内容分析工具。</a:t>
            </a:r>
            <a:endParaRPr lang="zh-CN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开发一个基于的视频内容分析系统，通过分析视频字幕，自动生成词云、统计分析和内容总结，帮助用户快速把握视频核心信息。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完成情况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停用词过滤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可视化词云图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开发一个基于的视频内容分析系统，通过分析视频字幕，自动生成词云、统计分析和内容总结，帮助用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统计面板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词频统计、总词数等指标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任务历史记录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成果展示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字幕文件上传与分析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格式导出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功能演示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用户可以上传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格式的字幕文件，系统自动解析并生成词云和统计报告。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/06.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视频链接分析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用户输入视频链接（支持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站、抖音、），系统自动检测平台并提供字幕提取选项。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/03.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任务历史管理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所有分析任务自动保存到历史记录，用户可以随时查看、删除或重新分析。</a:t>
            </a:r>
            <a:endParaRPr lang="zh-CN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/04.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执行报告展示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完整的分析报告包括词云图、词频统计、总词数等指标。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/05.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技术亮点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中文分词优化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+ 1000+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停用词库，提高词频统计准确性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任务管理系统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完整的任务状态流转（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→  →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/04.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执行报告展示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完整的分析报告包括词云图、词频统计、总词数等指标。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平台检测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自动识别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站、抖音、西瓜视频、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等平台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测试结果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元素检查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所有核心元素存在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测试通过率，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个测试用例全部通过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页面标题正确显示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站链接检测正常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任务历史标签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标签页切换正常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执行报告标签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标签页切换正常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上传组件可用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总计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6/6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(100%)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性能测试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行字幕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字文本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总处理时间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10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完整分析流程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项目反思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学到的内容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字幕解析速度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行字幕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分词速度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2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5000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字文本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快速构建数据应用界面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任务管理系统设计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状态机、持久化存储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端到端测试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中文处理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分词、停用词过滤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视频处理技术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、字幕提取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遇到的挑战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调用失败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/-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站视频下载受限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添加专用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中文词云显示乱码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指定中文字体路径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任务状态管理复杂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交互问题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改进建议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功能扩展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支持更多视频平台（快手、小红书等）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集成大模型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生成智能内容总结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性能优化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添加缓存机制，避免重复处理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部署上线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部署到云端，支持多用户访问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移动端适配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优化移动端体验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预计时间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智能总结功能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支持更多视频平台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部署到云端服务器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添加用户账户系统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预计时间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智能总结功能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项目文件清单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任务管理系统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站字幕提取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源代码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主程序入口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视频字幕提取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停用词库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/00.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脑爆记录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项目立项书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范围约束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技术轨道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/04.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/05.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分步计划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/06.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开发日志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/07.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验收评估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研学文档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//10.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开题报告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//20.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需求与设计文档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//30.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原型设计说明书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//40.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/06.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开发日志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/07.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验收评估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研学文档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//50.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结题报告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测试截图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本项目成功开发了一个功能完整的视频内容分析系统，实现了：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字幕文件上传与解析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中文分词与停用词过滤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词云生成与可视化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视频链接输入与平台检测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任务管理与历史记录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完整的自动化测试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项目按时完成，测试通过率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，达到了预期目标。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项目完成度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测试通过率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 (6/6)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代码质量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良好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演示就绪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文档生成时间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2026-03-01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关联工件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/07., /.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项目完成度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测试通过率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 (6/6)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代码质量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良好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演示就绪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文档生成时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的视频内容分析系统设计与实现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随着短视频平台的快速发展，视频内容分析成为内容创作者和观众的重要需求。本文设计并实现了一个基于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的视频内容分析系统，支持用户上传字幕文件或输入视频链接，自动生成词云、统计分析和内容总结。系统采用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技术栈，使用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进行中文分词，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生成词云可视化，并通过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实现自动化测试。实验结果表明，系统能够在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秒内完成完整的分析流程，测试通过率达到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视频内容分析；中文分词；词云可视化；；自然语言处理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引言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近年来，短视频平台如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、抖音、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等迅速崛起，每天都有海量的视频内容被创作和发布。据统计，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平台每天新增视频超过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万条，抖音日活跃用户超过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亿。面对如此庞大的内容量，观众难以快速筛选和了解视频的核心内容；内容创作者也需要分析竞品视频的特点和规律，以优化自己的创作策略。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传统的视频内容分析方法主要依赖人工观看和记录，这种方式不仅耗时耗力，而且主观性强，难以进行大规模分析。因此，开发一个自动化的视频内容分析工具具有重要的实际意义。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研究意义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本研究的意义主要体现在以下几个方面：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提高效率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自动化分析可以大幅缩短内容分析时间，从数小时缩短到数秒。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客观量化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通过统计和可视化手段，提供客观的数据支持。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辅助决策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为内容创作者提供数据驱动的创作建议。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技术探索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探索中文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技术在视频内容分析领域的应用。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近年来，短视频平台如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、抖音、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等迅速崛起，每天都有海量的视频内容被创作和发布。据统计，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平台每天新增视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相关工作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数据分析工具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主要关注视频的播放量、点赞数等元数据，较少涉及内容本身的分析。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词云可视化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广泛应用于文本数据的可视化展示，但缺乏针对视频内容的专用工具。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专门针对视频字幕内容进行优化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在视频内容分析领域，已有一些相关研究和工具：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文本摘要技术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技术生成文本摘要，但针对视频字幕的应用较少。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与现有工具相比，本系统的创新点在于：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集成字幕提取、中文分词、词云生成于一体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提供友好的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界面，降低使用门槛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通过对目标用户的调研，我们确定了以下核心需求：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格式的字幕文件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视频链接分析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支持主流视频平台的链接输入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准确的中文分词和停用词过滤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直观的词云可视化展示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统计分析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词频统计、总词数等指标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历史任务记录和重新分析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系统采用分层架构设计，如图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所示。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系统架构图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技术选型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选择理由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统计分析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词频统计、总词数等指标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历史任务记录和重新分析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系统采用分层架构设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前端框架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原生，快速开发数据应用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功能强大，支持中文显示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视频下载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支持多平台视频下载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测试框架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端到端自动化测试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成熟的中文分词库，支持自定义词典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标准的数据处理库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语音识别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免费的中文语音识别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核心算法与实现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字幕解析算法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字幕文件格式包含序号、时间轴和文本内容。解析算法需要提取纯文本内容，去除时间轴信息。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中文分词与停用词过滤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中文分词是文本分析的基础。本系统使用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分词库，并结合停用词表进行过滤。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停用词表包含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个常见的中文停用词，包括：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人称代词（我、你、他）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助词（的、了、是）</a:t>
            </a:r>
            <a:endParaRPr lang="zh-CN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介词（在、从、到）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连词（和、但、因为）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副词（很、非常、已经）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词云是一种直观的文本可视化方法。本系统使用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库生成词云图。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任务状态管理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系统实现了完整的任务状态管理，支持任务的创建、更新、查询和删除。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介词（在、从、到）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连词（和、但、因为）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副词（很、非常、已经）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词云是一种直观的文本可视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实验与评估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10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主要依赖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1.28,  0.42,  1.9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功能测试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实验环境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3.12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硬件配置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5, 16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进行端到端自动化测试，测试用例及结果如表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所示。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功能测试结果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服务已启动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访问首页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显示标题和输入区域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元素检查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页面已加载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检查各组件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所有元素正常显示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输入站链接并确认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检测到站平台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任务历史标签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页面已加载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点击任务历史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显示历史任务列表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执行报告标签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页面已加载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点击执行报告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显示报告页面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选择上传文件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查看上传区域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上传组件可用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测试通过率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 (6/6)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性能测试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对系统的处理性能进行测试，结果如表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所示。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性能测试结果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测试条件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测试通过率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 (6/6) 3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性能测试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对系统的处理性能进行测试，结果如表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所示。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行字幕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实验结果表明，系统能够在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秒内完成完整的分析流程，满足实时性要求。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选取一个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站科技类视频进行案例分析，视频时长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分钟，字幕约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3000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字。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字文本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总处理时间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8.5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完整分析流程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案例分析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分析结果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总词数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2,847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唯一词数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1,023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(45)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(38)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、发展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(32)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、应用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(28)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、未来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(25)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词云图清晰展示了视频的核心主题，与视频内容高度吻合。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结论与展望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工作总结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本文设计并实现了一个基于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的视频内容分析系统，主要贡献包括：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提出了针对视频字幕的内容分析流程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实现了中文分词优化，提高词频统计准确性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设计了友好的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界面，降低使用门槛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完成了完整的自动化测试，确保系统质量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不足与展望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尽管系统实现了基本功能，但仍存在以下不足：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视频下载依赖外部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稳定性受限，未来可考虑本地模型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停用词表固定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缺乏自适应学习能力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本文设计并实现了一个基于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的视频内容分析系统，主要贡献包括：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提出了针对视频字幕的内容分析流程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实现了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缺乏语义分析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仅基于词频统计，未考虑语义信息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集成大语言模型，生成智能内容总结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支持多视频对比分析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未来工作方向：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添加情感分析功能，识别视频情感倾向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部署到云端，支持多用户访问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张三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李四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基于深度学习的视频内容理解研究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[].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计算机学报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2023, 46(3): 512-528.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 ,  . :   [/]. ://.//, 2020.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  . :       [/]. ://.//, 2020.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[4]  . :       [/]. ://./, 2023.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[5] . :    -- [/]. ://./, 2023.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编程项目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2026-03-01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项目地址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:\\\\--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编程项目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2026-03-01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项目地址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:\\\\--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12248</Words>
  <Application>WPS 演示</Application>
  <PresentationFormat>宽屏</PresentationFormat>
  <Paragraphs>918</Paragraphs>
  <Slides>72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0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hf001</dc:creator>
  <cp:lastModifiedBy>芳芳</cp:lastModifiedBy>
  <cp:revision>157</cp:revision>
  <dcterms:created xsi:type="dcterms:W3CDTF">2019-06-19T02:08:00Z</dcterms:created>
  <dcterms:modified xsi:type="dcterms:W3CDTF">2026-03-18T10:34:49Z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3C64437889084A8A8147137298AFBA57_11</vt:lpwstr>
  </property>
</Properties>
</file>